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94474676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94474676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94474676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94474676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slide" Target="/ppt/slides/slide2.xml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!DOCTYPE html&gt;&#10;&lt;html lang=&quot;en&quot;&gt;&#10;&lt;head&gt;&#10;    &lt;meta charset=&quot;UTF-8&quot;&gt;&#10;    &lt;meta name=&quot;viewport&quot; content=&quot;width=device-width, initial-scale=1.0&quot;&gt;&#10;    &lt;title&gt;Enterprise B2B Spend Analytics&lt;/title&gt;&#10;    &lt;script src=&quot;https://cdn.tailwindcss.com&quot;&gt;&lt;/script&gt;&#10;    &lt;script src=&quot;https://unpkg.com/lucide@latest&quot;&gt;&lt;/script&gt;&#10;    &lt;style&gt;&#10;        body {&#10;            font-family: 'Inter', sans-serif;&#10;            overflow: hidden; /* Prevent scrolling */&#10;        }&#10;        .slide {&#10;            display: none;&#10;            height: 100vh;&#10;            width: 100vw;&#10;            animation: fadeIn 0.5s ease-in-out;&#10;        }&#10;        .slide.active {&#10;            display: flex;&#10;        }&#10;        @keyframes fadeIn {&#10;            from { opacity: 0; transform: translateY(10px); }&#10;            to { opacity: 1; transform: translateY(0); }&#10;        }&#10;        .gradient-text {&#10;            background: linear-gradient(90deg, #60A5FA, #3B82F6);&#10;            -webkit-background-clip: text;&#10;            -webkit-text-fill-color: transparent;&#10;        }&#10;        .glass-panel {&#10;            background: rgba(255, 255, 255, 0.05);&#10;            backdrop-filter: blur(10px);&#10;            border: 1px solid rgba(255, 255, 255, 0.1);&#10;        }&#10;        .floating-card {&#10;            animation: float 6s ease-in-out infinite;&#10;        }&#10;        @keyframes float {&#10;            0% { transform: translateY(0px) rotate(0deg); }&#10;            50% { transform: translateY(-10px) rotate(1deg); }&#10;            100% { transform: translateY(0px) rotate(0deg); }&#10;        }&#10;        /* Custom scrollbar for content areas if needed */&#10;        ::-webkit-scrollbar {&#10;            width: 8px;&#10;        }&#10;        ::-webkit-scrollbar-track {&#10;            background: rgba(0,0,0,0.1); &#10;        }&#10;        ::-webkit-scrollbar-thumb {&#10;            background: rgba(255,255,255,0.2); &#10;            border-radius: 4px;&#10;        }&#10;    &lt;/style&gt;&#10;&lt;/head&gt;&#10;&lt;body class=&quot;bg-slate-900 text-white&quot;&gt;&#10;&#10;    &lt;!-- Navigation Controls --&gt;&#10;    &lt;div class=&quot;fixed bottom-8 right-8 z-50 flex gap-4&quot;&gt;&#10;        &lt;button onclick=&quot;prevSlide()&quot; class=&quot;p-3 rounded-full bg-slate-800 hover:bg-slate-700 border border-slate-600 transition-colors shadow-lg&quot;&gt;&#10;            &lt;i data-lucide=&quot;chevron-left&quot; class=&quot;w-6 h-6&quot;&gt;&lt;/i&gt;&#10;        &lt;/button&gt;&#10;        &lt;span id=&quot;slide-indicator&quot; class=&quot;self-center font-mono text-sm text-slate-400&quot;&gt;1 / 3&lt;/span&gt;&#10;        &lt;button onclick=&quot;nextSlide()&quot; class=&quot;p-3 rounded-full bg-blue-600 hover:bg-blue-500 transition-colors shadow-lg shadow-blue-900/50&quot;&gt;&#10;            &lt;i data-lucide=&quot;chevron-right&quot; class=&quot;w-6 h-6&quot;&gt;&lt;/i&gt;&#10;        &lt;/button&gt;&#10;    &lt;/div&gt;&#10;&#10;    &lt;!-- Slide 1: Executive Summary --&gt;&#10;    &lt;div class=&quot;slide active flex-col justify-center items-center relative overflow-hidden&quot; id=&quot;slide-1&quot;&gt;&#10;        &lt;!-- Abstract Background Elements --&gt;&#10;        &lt;div class=&quot;absolute top-0 left-0 w-full h-full opacity-20 pointer-events-none&quot;&gt;&#10;            &lt;div class=&quot;absolute top-10 left-10 w-96 h-96 bg-blue-600 rounded-full blur-[128px]&quot;&gt;&lt;/div&gt;&#10;            &lt;div class=&quot;absolute bottom-10 right-10 w-96 h-96 bg-purple-600 rounded-full blur-[128px]&quot;&gt;&lt;/div&gt;&#10;        &lt;/div&gt;&#10;&#10;        &lt;div class=&quot;container mx-auto px-6 z-10 max-w-6xl&quot;&gt;&#10;            &lt;div class=&quot;flex flex-col lg:flex-row gap-12 items-center&quot;&gt;&#10;                &lt;!-- Left: Title &amp; Subtitle --&gt;&#10;                &lt;div class=&quot;lg:w-1/2 space-y-8&quot;&gt;&#10;                    &lt;div class=&quot;inline-flex items-center gap-2 px-4 py-2 rounded-full bg-blue-500/10 border border-blue-500/20 text-blue-400 text-sm font-medium&quot;&gt;&#10;                        &lt;img src=&quot;icons8-amex-50-2.png&quot; alt=&quot;Amex Icon&quot; class=&quot;w-5 h-5 opacity-90&quot;&gt; &#10;                        &lt;span&gt;Strategic Spend Analytics&lt;/span&gt;&#10;                    &lt;/div&gt;&#10;                    &lt;h1 class=&quot;text-5xl lg:text-6xl font-bold leading-tight&quot;&gt;&#10;                        Enterprise B2B &lt;br&gt;&#10;                        &lt;span class=&quot;gradient-text&quot;&gt;Spend Analytics&lt;/span&gt; &amp; &lt;br&gt;&#10;                        Supplier Intelligence&#10;                    &lt;/h1&gt;&#10;                    &lt;p class=&quot;text-xl text-slate-400 border-l-4 border-blue-500 pl-4&quot;&gt;&#10;                        Transforming Fragmented Transaction Data into Strategic Business Value.&#10;                    &lt;/p&gt;&#10;                &lt;/div&gt;&#10;&#10;                &lt;!-- Right: The Core Pillars (Cards) --&gt;&#10;                &lt;div class=&quot;lg:w-1/2 grid gap-6 relative&quot;&gt;&#10;                    &lt;!-- Floating Hero Card Image (Subtle Background) --&gt;&#10;                    &lt;div class=&quot;absolute -top-20 -right-10 w-64 opacity-20 pointer-events-none floating-card&quot;&gt;&#10;                         &lt;img src=&quot;amex-card1708__1_-removebg-preview.png&quot; alt=&quot;Amex Corporate Card&quot; class=&quot;w-full drop-shadow-2xl transform rotate-12&quot;&gt;&#10;                    &lt;/div&gt;&#10;&#10;                    &lt;!-- Problem/Solution Header --&gt;&#10;                    &lt;div class=&quot;glass-panel p-6 rounded-xl border-l-4 border-red-500 z-10&quot;&gt;&#10;                        &lt;h3 class=&quot;text-lg font-semibold text-white mb-2 flex items-center gap-2&quot;&gt;&#10;                            &lt;i data-lucide=&quot;alert-triangle&quot; class=&quot;w-5 h-5 text-red-400&quot;&gt;&lt;/i&gt; The Challenge&#10;       " id="54" name="Google Shape;54;p13">
            <a:hlinkClick action="ppaction://hlinksldjump"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99" y="53574"/>
            <a:ext cx="9144000" cy="5089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3 page slides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3 page slides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